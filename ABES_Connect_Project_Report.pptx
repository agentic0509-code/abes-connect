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06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640080"/>
            <a:ext cx="2377440" cy="2377440"/>
          </a:xfrm>
          <a:prstGeom prst="ellipse">
            <a:avLst/>
          </a:prstGeom>
          <a:solidFill>
            <a:srgbClr val="24407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206240"/>
            <a:ext cx="1554480" cy="1554480"/>
          </a:xfrm>
          <a:prstGeom prst="ellipse">
            <a:avLst/>
          </a:prstGeom>
          <a:solidFill>
            <a:srgbClr val="16B5A3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4937760"/>
            <a:ext cx="2011680" cy="2011680"/>
          </a:xfrm>
          <a:prstGeom prst="ellipse">
            <a:avLst/>
          </a:prstGeom>
          <a:solidFill>
            <a:srgbClr val="F0714E">
              <a:alpha val="3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" y="1015898"/>
            <a:ext cx="345643" cy="3456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83080" y="1051560"/>
            <a:ext cx="256032" cy="256032"/>
          </a:xfrm>
          <a:prstGeom prst="ellipse">
            <a:avLst/>
          </a:prstGeom>
          <a:solidFill>
            <a:srgbClr val="F4A93C"/>
          </a:solidFill>
          <a:ln/>
        </p:spPr>
      </p:sp>
      <p:sp>
        <p:nvSpPr>
          <p:cNvPr id="8" name="Shape 5"/>
          <p:cNvSpPr/>
          <p:nvPr/>
        </p:nvSpPr>
        <p:spPr>
          <a:xfrm>
            <a:off x="2331720" y="868680"/>
            <a:ext cx="182880" cy="182880"/>
          </a:xfrm>
          <a:prstGeom prst="ellipse">
            <a:avLst/>
          </a:prstGeom>
          <a:solidFill>
            <a:srgbClr val="F0714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6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PROJECT REPORT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ABES Connect</a:t>
            </a:r>
            <a:endParaRPr lang="en-US" sz="7600" dirty="0"/>
          </a:p>
        </p:txBody>
      </p:sp>
      <p:sp>
        <p:nvSpPr>
          <p:cNvPr id="11" name="Text 8"/>
          <p:cNvSpPr/>
          <p:nvPr/>
        </p:nvSpPr>
        <p:spPr>
          <a:xfrm>
            <a:off x="822960" y="3886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LinkedIn-style campus network built with agentic AI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68680" y="4709160"/>
            <a:ext cx="2926080" cy="0"/>
          </a:xfrm>
          <a:prstGeom prst="line">
            <a:avLst/>
          </a:prstGeom>
          <a:noFill/>
          <a:ln w="38100">
            <a:solidFill>
              <a:srgbClr val="F071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ABES Engineering College   |   Google Antigravity  ·  Next.js  ·  Supabase  ·  Vercel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777240" cy="777240"/>
          </a:xfrm>
          <a:prstGeom prst="ellipse">
            <a:avLst/>
          </a:prstGeom>
          <a:solidFill>
            <a:srgbClr val="14224B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440" y="682600"/>
            <a:ext cx="326441" cy="326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5532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to build </a:t>
            </a:r>
            <a:r>
              <a:rPr lang="en-US" sz="17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ABES Connect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professional networking platform for the students and alumni of ABES Engineering College — as a serverless full-stack web app, with an AI agent writing the code rather than hand-coding it.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5532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07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 </a:t>
            </a:r>
            <a:r>
              <a:rPr lang="en-US" sz="1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MVP-first, then incremental phases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ship a working skeleton, get it live early, then add one feature at a time and verify each before the next.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46520" y="1371600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93408" y="1655064"/>
            <a:ext cx="603504" cy="603504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424" y="1830080"/>
            <a:ext cx="253472" cy="253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98080" y="188366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Tailwind · Supabase · Vercel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46520" y="2670048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93408" y="2953512"/>
            <a:ext cx="603504" cy="603504"/>
          </a:xfrm>
          <a:prstGeom prst="ellipse">
            <a:avLst/>
          </a:prstGeom>
          <a:solidFill>
            <a:srgbClr val="24407F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424" y="3128528"/>
            <a:ext cx="253472" cy="253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4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via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498080" y="31821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— an agent-first IDE (Gemini 3 Pro)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46520" y="3968496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93408" y="4251960"/>
            <a:ext cx="603504" cy="603504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424" y="4426976"/>
            <a:ext cx="253472" cy="253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9808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7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498080" y="44805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MVP-first, phase-by-phase, verified at every step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446520" y="5266944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93408" y="5550408"/>
            <a:ext cx="603504" cy="603504"/>
          </a:xfrm>
          <a:prstGeom prst="ellipse">
            <a:avLst/>
          </a:prstGeom>
          <a:solidFill>
            <a:srgbClr val="F4A93C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424" y="5725424"/>
            <a:ext cx="253472" cy="253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98080" y="5431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498080" y="57790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· Feed · Connections · Messaging · Opportunities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product — onboarding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0744200" y="411480"/>
            <a:ext cx="749808" cy="749808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644" y="628924"/>
            <a:ext cx="314919" cy="3149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landing page, and the college-restricted sign-up &amp; login flow.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3511296" cy="1724827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  <a:effectLst>
            <a:outerShdw blurRad="139700" dist="38100" dir="5400000" algn="bl" rotWithShape="0">
              <a:srgbClr val="0B1B3A">
                <a:alpha val="16000"/>
              </a:srgbClr>
            </a:outerShdw>
          </a:effectLst>
        </p:spPr>
      </p:sp>
      <p:pic>
        <p:nvPicPr>
          <p:cNvPr id="7" name="Image 1" descr="/mnt/user-data/uploads/178339759530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825496"/>
            <a:ext cx="3346704" cy="15602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59467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front door for students &amp; alumni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334256" y="2743200"/>
            <a:ext cx="3511296" cy="1724827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  <a:effectLst>
            <a:outerShdw blurRad="139700" dist="38100" dir="5400000" algn="bl" rotWithShape="0">
              <a:srgbClr val="0B1B3A">
                <a:alpha val="16000"/>
              </a:srgbClr>
            </a:outerShdw>
          </a:effectLst>
        </p:spPr>
      </p:sp>
      <p:pic>
        <p:nvPicPr>
          <p:cNvPr id="10" name="Image 2" descr="/mnt/user-data/uploads/1783397609899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2825496"/>
            <a:ext cx="3346704" cy="15602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34256" y="4559467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@abes.ac.in, live password checks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119872" y="2743200"/>
            <a:ext cx="3511296" cy="1724827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  <a:effectLst>
            <a:outerShdw blurRad="139700" dist="38100" dir="5400000" algn="bl" rotWithShape="0">
              <a:srgbClr val="0B1B3A">
                <a:alpha val="16000"/>
              </a:srgbClr>
            </a:outerShdw>
          </a:effectLst>
        </p:spPr>
      </p:sp>
      <p:pic>
        <p:nvPicPr>
          <p:cNvPr id="13" name="Image 3" descr="/mnt/user-data/uploads/1783397624315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2825496"/>
            <a:ext cx="3346704" cy="15602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19872" y="4559467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members sign back in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product — the network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0744200" y="411480"/>
            <a:ext cx="749808" cy="749808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644" y="628924"/>
            <a:ext cx="314919" cy="3149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experience: the home feed, and realtime one-to-one messaging.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62956" cy="258807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  <a:effectLst>
            <a:outerShdw blurRad="139700" dist="38100" dir="5400000" algn="bl" rotWithShape="0">
              <a:srgbClr val="0B1B3A">
                <a:alpha val="16000"/>
              </a:srgbClr>
            </a:outerShdw>
          </a:effectLst>
        </p:spPr>
      </p:sp>
      <p:pic>
        <p:nvPicPr>
          <p:cNvPr id="7" name="Image 1" descr="/mnt/user-data/uploads/1783397642326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1911096"/>
            <a:ext cx="5198364" cy="2423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08312"/>
            <a:ext cx="5362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 &amp; profile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reactions, profile card &amp; campus news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77356" y="1828800"/>
            <a:ext cx="5362956" cy="258807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  <a:effectLst>
            <a:outerShdw blurRad="139700" dist="38100" dir="5400000" algn="bl" rotWithShape="0">
              <a:srgbClr val="0B1B3A">
                <a:alpha val="16000"/>
              </a:srgbClr>
            </a:outerShdw>
          </a:effectLst>
        </p:spPr>
      </p:sp>
      <p:pic>
        <p:nvPicPr>
          <p:cNvPr id="10" name="Image 2" descr="/mnt/user-data/uploads/1783397727455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1911096"/>
            <a:ext cx="5198364" cy="2423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77356" y="4508312"/>
            <a:ext cx="5362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messaging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chat with emoji and message editing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580644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/>
        </p:spPr>
      </p:sp>
      <p:sp>
        <p:nvSpPr>
          <p:cNvPr id="13" name="Shape 8"/>
          <p:cNvSpPr/>
          <p:nvPr/>
        </p:nvSpPr>
        <p:spPr>
          <a:xfrm>
            <a:off x="777240" y="5943600"/>
            <a:ext cx="438912" cy="438912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607088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580644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Supabase Realtime: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appear instantly, with no page refresh.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777240" cy="777240"/>
          </a:xfrm>
          <a:prstGeom prst="ellipse">
            <a:avLst/>
          </a:prstGeom>
          <a:solidFill>
            <a:srgbClr val="14224B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440" y="636880"/>
            <a:ext cx="326441" cy="3264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123444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14224B"/>
          </a:solidFill>
          <a:ln/>
          <a:effectLst>
            <a:outerShdw blurRad="76200" dist="25400" dir="5400000" algn="bl" rotWithShape="0">
              <a:srgbClr val="0B1B3A">
                <a:alpha val="1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44475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0" y="1234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80760" y="1965960"/>
            <a:ext cx="0" cy="3840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1371600" y="2423160"/>
            <a:ext cx="9464040" cy="1417320"/>
          </a:xfrm>
          <a:prstGeom prst="roundRect">
            <a:avLst>
              <a:gd name="adj" fmla="val 3871"/>
            </a:avLst>
          </a:prstGeom>
          <a:solidFill>
            <a:srgbClr val="E7F6F3"/>
          </a:solidFill>
          <a:ln w="19050">
            <a:solidFill>
              <a:srgbClr val="16B5A3"/>
            </a:solidFill>
            <a:prstDash val="solid"/>
          </a:ln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645920" y="2651760"/>
            <a:ext cx="548640" cy="548640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026" y="2810866"/>
            <a:ext cx="230429" cy="2304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31720" y="26151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—  Next.js + Tailwind  (hosted on Vercel)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783080" y="3127248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78308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050792" y="3127248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050792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&amp; posts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318504" y="3127248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18504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586216" y="3127248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586216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080760" y="384048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6309360" y="3913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client · anon key · Row Level Security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1371600" y="4370832"/>
            <a:ext cx="9464040" cy="1691640"/>
          </a:xfrm>
          <a:prstGeom prst="roundRect">
            <a:avLst>
              <a:gd name="adj" fmla="val 3243"/>
            </a:avLst>
          </a:prstGeom>
          <a:solidFill>
            <a:srgbClr val="FDEDE7"/>
          </a:solidFill>
          <a:ln w="19050">
            <a:solidFill>
              <a:srgbClr val="F0714E"/>
            </a:solidFill>
            <a:prstDash val="solid"/>
          </a:ln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645920" y="4599432"/>
            <a:ext cx="548640" cy="548640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026" y="4758538"/>
            <a:ext cx="230429" cy="23042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31720" y="4562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4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 —  backend-as-a-service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1783080" y="5074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783080" y="5074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signup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050792" y="5074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050792" y="5074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+ RLS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6318504" y="5074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318504" y="5074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images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586216" y="50749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586216" y="5074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1371600" y="6236208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pipeline:  Prompt  →  Antigravity writes code  →  GitHub  →  Vercel auto-deploys.   Database changes: AI generates SQL, run in the Supabase SQL Editor.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code shipped: the build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— from the landing page to the opportunities board — followed the same five-step loop.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24407F"/>
          </a:solidFill>
          <a:ln/>
          <a:effectLst>
            <a:outerShdw blurRad="114300" dist="38100" dir="5400000" algn="bl" rotWithShape="0">
              <a:srgbClr val="0B1B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331720"/>
            <a:ext cx="822960" cy="822960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678" y="2570378"/>
            <a:ext cx="345643" cy="3456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B5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prompt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411480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feature, with clear constraints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95092" y="3383280"/>
            <a:ext cx="28804" cy="0"/>
          </a:xfrm>
          <a:prstGeom prst="line">
            <a:avLst/>
          </a:prstGeom>
          <a:noFill/>
          <a:ln w="31750">
            <a:solidFill>
              <a:srgbClr val="16B5A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30068" y="2011680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24407F"/>
          </a:solidFill>
          <a:ln/>
          <a:effectLst>
            <a:outerShdw blurRad="114300" dist="38100" dir="5400000" algn="bl" rotWithShape="0">
              <a:srgbClr val="0B1B3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93008" y="2331720"/>
            <a:ext cx="822960" cy="822960"/>
          </a:xfrm>
          <a:prstGeom prst="ellipse">
            <a:avLst/>
          </a:prstGeom>
          <a:solidFill>
            <a:srgbClr val="F4A93C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666" y="2570378"/>
            <a:ext cx="345643" cy="3456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0068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921508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builds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939796" y="411480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writes &amp; tests the code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985080" y="3383280"/>
            <a:ext cx="28804" cy="0"/>
          </a:xfrm>
          <a:prstGeom prst="line">
            <a:avLst/>
          </a:prstGeom>
          <a:noFill/>
          <a:ln w="31750">
            <a:solidFill>
              <a:srgbClr val="16B5A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20056" y="2011680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24407F"/>
          </a:solidFill>
          <a:ln/>
          <a:effectLst>
            <a:outerShdw blurRad="114300" dist="38100" dir="5400000" algn="bl" rotWithShape="0">
              <a:srgbClr val="0B1B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82996" y="2331720"/>
            <a:ext cx="822960" cy="822960"/>
          </a:xfrm>
          <a:prstGeom prst="ellipse">
            <a:avLst/>
          </a:prstGeom>
          <a:solidFill>
            <a:srgbClr val="6E86C7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654" y="2570378"/>
            <a:ext cx="345643" cy="3456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0056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8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5111496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129784" y="411480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· commit · push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175068" y="3383280"/>
            <a:ext cx="28804" cy="0"/>
          </a:xfrm>
          <a:prstGeom prst="line">
            <a:avLst/>
          </a:prstGeom>
          <a:noFill/>
          <a:ln w="31750">
            <a:solidFill>
              <a:srgbClr val="16B5A3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210044" y="2011680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24407F"/>
          </a:solidFill>
          <a:ln/>
          <a:effectLst>
            <a:outerShdw blurRad="114300" dist="38100" dir="5400000" algn="bl" rotWithShape="0">
              <a:srgbClr val="0B1B3A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872984" y="2331720"/>
            <a:ext cx="822960" cy="822960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1642" y="2570378"/>
            <a:ext cx="345643" cy="34564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10044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7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7301484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319772" y="411480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 on every push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9365056" y="3383280"/>
            <a:ext cx="28804" cy="0"/>
          </a:xfrm>
          <a:prstGeom prst="line">
            <a:avLst/>
          </a:prstGeom>
          <a:noFill/>
          <a:ln w="31750">
            <a:solidFill>
              <a:srgbClr val="16B5A3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400032" y="2011680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24407F"/>
          </a:solidFill>
          <a:ln/>
          <a:effectLst>
            <a:outerShdw blurRad="114300" dist="38100" dir="5400000" algn="bl" rotWithShape="0">
              <a:srgbClr val="0B1B3A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062972" y="2331720"/>
            <a:ext cx="822960" cy="822960"/>
          </a:xfrm>
          <a:prstGeom prst="ellipse">
            <a:avLst/>
          </a:prstGeom>
          <a:solidFill>
            <a:srgbClr val="3FCF9A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1630" y="2570378"/>
            <a:ext cx="345643" cy="34564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400032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C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9491472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verify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9509760" y="4114800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the real URL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40080" y="52120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0E1A3B"/>
          </a:solidFill>
          <a:ln w="12700">
            <a:solidFill>
              <a:srgbClr val="16B5A3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914400" y="5413248"/>
            <a:ext cx="512064" cy="512064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899" y="5561747"/>
            <a:ext cx="215067" cy="215067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600200" y="521208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changes ran on a parallel track: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generated the SQL, and it was run manually in the Supabase SQL Editor — keeping schema changes deliberate and reviewable.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777240" cy="777240"/>
          </a:xfrm>
          <a:prstGeom prst="ellipse">
            <a:avLst/>
          </a:prstGeom>
          <a:solidFill>
            <a:srgbClr val="14224B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440" y="682600"/>
            <a:ext cx="326441" cy="326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15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and build tools used, and what each was for.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  <a:effectLst>
            <a:outerShdw blurRad="88900" dist="254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892808"/>
            <a:ext cx="777240" cy="777240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088" y="2118208"/>
            <a:ext cx="326441" cy="3264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7706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Antigravity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32688" y="317296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IDE (Gemini 3 Pro) that planned, wrote, tested &amp; debugged the code — the primary build tool.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79392" y="16002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  <a:effectLst>
            <a:outerShdw blurRad="88900" dist="254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892808"/>
            <a:ext cx="777240" cy="777240"/>
          </a:xfrm>
          <a:prstGeom prst="ellipse">
            <a:avLst/>
          </a:prstGeom>
          <a:solidFill>
            <a:srgbClr val="24407F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400" y="2118208"/>
            <a:ext cx="326441" cy="3264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7706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(Anthropic)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572000" y="317296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problem-solving: architecture decisions, writing the prompts, and diagnosing bugs.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918704" y="16002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  <a:effectLst>
            <a:outerShdw blurRad="88900" dist="254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11312" y="1892808"/>
            <a:ext cx="777240" cy="777240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712" y="2118208"/>
            <a:ext cx="326441" cy="3264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1312" y="27706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211312" y="317296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Backend-as-a-service: Postgres database, auth, file storage, realtime &amp; Row Level Security.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3977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  <a:effectLst>
            <a:outerShdw blurRad="88900" dist="254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2688" y="4270248"/>
            <a:ext cx="777240" cy="777240"/>
          </a:xfrm>
          <a:prstGeom prst="ellipse">
            <a:avLst/>
          </a:prstGeom>
          <a:solidFill>
            <a:srgbClr val="6E86C7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088" y="4495648"/>
            <a:ext cx="326441" cy="3264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2688" y="51480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· TS · Tailwind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932688" y="555040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framework, typed code, and utility-first styling for the interface.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279392" y="3977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  <a:effectLst>
            <a:outerShdw blurRad="88900" dist="254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72000" y="4270248"/>
            <a:ext cx="777240" cy="777240"/>
          </a:xfrm>
          <a:prstGeom prst="ellipse">
            <a:avLst/>
          </a:prstGeom>
          <a:solidFill>
            <a:srgbClr val="3A3F4B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7400" y="4495648"/>
            <a:ext cx="326441" cy="32644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51480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4572000" y="555040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code repository — the source of every Vercel deploy.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7918704" y="3977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/>
          <a:effectLst>
            <a:outerShdw blurRad="88900" dist="254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11312" y="4270248"/>
            <a:ext cx="777240" cy="777240"/>
          </a:xfrm>
          <a:prstGeom prst="ellipse">
            <a:avLst/>
          </a:prstGeom>
          <a:solidFill>
            <a:srgbClr val="F4A93C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6712" y="4495648"/>
            <a:ext cx="326441" cy="32644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211312" y="51480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800" dirty="0"/>
          </a:p>
        </p:txBody>
      </p:sp>
      <p:sp>
        <p:nvSpPr>
          <p:cNvPr id="35" name="Text 26"/>
          <p:cNvSpPr/>
          <p:nvPr/>
        </p:nvSpPr>
        <p:spPr>
          <a:xfrm>
            <a:off x="8211312" y="555040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continuous deployment — auto-publishes on every push to GitHub.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sequence — building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777240" cy="777240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440" y="682600"/>
            <a:ext cx="326441" cy="326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15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feature prompts, given to Antigravity in order — one job per prompt.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73936"/>
            <a:ext cx="438912" cy="438912"/>
          </a:xfrm>
          <a:prstGeom prst="ellipse">
            <a:avLst/>
          </a:prstGeom>
          <a:solidFill>
            <a:srgbClr val="14224B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53312" y="16276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+ landing page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TS + Tailwind, run locally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786384" y="2615184"/>
            <a:ext cx="438912" cy="438912"/>
          </a:xfrm>
          <a:prstGeom prst="ellipse">
            <a:avLst/>
          </a:prstGeom>
          <a:solidFill>
            <a:srgbClr val="14224B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53312" y="24688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Signup/login, @abes.ac.in only, protected home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31012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15" name="Shape 12"/>
          <p:cNvSpPr/>
          <p:nvPr/>
        </p:nvSpPr>
        <p:spPr>
          <a:xfrm>
            <a:off x="786384" y="3456432"/>
            <a:ext cx="438912" cy="438912"/>
          </a:xfrm>
          <a:prstGeom prst="ellipse">
            <a:avLst/>
          </a:prstGeom>
          <a:solidFill>
            <a:srgbClr val="14224B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" y="3456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53312" y="331012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tables, RLS, auto-profile trigger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19" name="Shape 16"/>
          <p:cNvSpPr/>
          <p:nvPr/>
        </p:nvSpPr>
        <p:spPr>
          <a:xfrm>
            <a:off x="786384" y="4297680"/>
            <a:ext cx="438912" cy="438912"/>
          </a:xfrm>
          <a:prstGeom prst="ellipse">
            <a:avLst/>
          </a:prstGeom>
          <a:solidFill>
            <a:srgbClr val="14224B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53312" y="415137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pages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View/edit, photo upload to Storage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99262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23" name="Shape 20"/>
          <p:cNvSpPr/>
          <p:nvPr/>
        </p:nvSpPr>
        <p:spPr>
          <a:xfrm>
            <a:off x="786384" y="5138928"/>
            <a:ext cx="438912" cy="438912"/>
          </a:xfrm>
          <a:prstGeom prst="ellipse">
            <a:avLst/>
          </a:prstGeom>
          <a:solidFill>
            <a:srgbClr val="14224B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" y="5138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53312" y="49926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posts, likes, comments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83387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27" name="Shape 24"/>
          <p:cNvSpPr/>
          <p:nvPr/>
        </p:nvSpPr>
        <p:spPr>
          <a:xfrm>
            <a:off x="786384" y="5980176"/>
            <a:ext cx="438912" cy="438912"/>
          </a:xfrm>
          <a:prstGeom prst="ellipse">
            <a:avLst/>
          </a:prstGeom>
          <a:solidFill>
            <a:srgbClr val="14224B"/>
          </a:solidFill>
          <a:ln/>
        </p:spPr>
      </p:sp>
      <p:sp>
        <p:nvSpPr>
          <p:cNvPr id="28" name="Text 25"/>
          <p:cNvSpPr/>
          <p:nvPr/>
        </p:nvSpPr>
        <p:spPr>
          <a:xfrm>
            <a:off x="786384" y="5980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53312" y="583387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+ directory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accept, searchable people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72200" y="162763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31" name="Shape 28"/>
          <p:cNvSpPr/>
          <p:nvPr/>
        </p:nvSpPr>
        <p:spPr>
          <a:xfrm>
            <a:off x="6318504" y="1773936"/>
            <a:ext cx="438912" cy="438912"/>
          </a:xfrm>
          <a:prstGeom prst="ellipse">
            <a:avLst/>
          </a:prstGeom>
          <a:solidFill>
            <a:srgbClr val="F0714E"/>
          </a:solidFill>
          <a:ln/>
        </p:spPr>
      </p:sp>
      <p:sp>
        <p:nvSpPr>
          <p:cNvPr id="32" name="Text 29"/>
          <p:cNvSpPr/>
          <p:nvPr/>
        </p:nvSpPr>
        <p:spPr>
          <a:xfrm>
            <a:off x="6318504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85432" y="16276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profiles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education, certs, projects, banner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172200" y="246888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35" name="Shape 32"/>
          <p:cNvSpPr/>
          <p:nvPr/>
        </p:nvSpPr>
        <p:spPr>
          <a:xfrm>
            <a:off x="6318504" y="2615184"/>
            <a:ext cx="438912" cy="438912"/>
          </a:xfrm>
          <a:prstGeom prst="ellipse">
            <a:avLst/>
          </a:prstGeom>
          <a:solidFill>
            <a:srgbClr val="F0714E"/>
          </a:solidFill>
          <a:ln/>
        </p:spPr>
      </p:sp>
      <p:sp>
        <p:nvSpPr>
          <p:cNvPr id="36" name="Text 33"/>
          <p:cNvSpPr/>
          <p:nvPr/>
        </p:nvSpPr>
        <p:spPr>
          <a:xfrm>
            <a:off x="6318504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885432" y="24688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feed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posts, reactions, repost, @mentions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72200" y="331012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39" name="Shape 36"/>
          <p:cNvSpPr/>
          <p:nvPr/>
        </p:nvSpPr>
        <p:spPr>
          <a:xfrm>
            <a:off x="6318504" y="3456432"/>
            <a:ext cx="438912" cy="438912"/>
          </a:xfrm>
          <a:prstGeom prst="ellipse">
            <a:avLst/>
          </a:prstGeom>
          <a:solidFill>
            <a:srgbClr val="F0714E"/>
          </a:solidFill>
          <a:ln/>
        </p:spPr>
      </p:sp>
      <p:sp>
        <p:nvSpPr>
          <p:cNvPr id="40" name="Text 37"/>
          <p:cNvSpPr/>
          <p:nvPr/>
        </p:nvSpPr>
        <p:spPr>
          <a:xfrm>
            <a:off x="6318504" y="3456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885432" y="331012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realtime chat, connections only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17220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43" name="Shape 40"/>
          <p:cNvSpPr/>
          <p:nvPr/>
        </p:nvSpPr>
        <p:spPr>
          <a:xfrm>
            <a:off x="6318504" y="4297680"/>
            <a:ext cx="438912" cy="438912"/>
          </a:xfrm>
          <a:prstGeom prst="ellipse">
            <a:avLst/>
          </a:prstGeom>
          <a:solidFill>
            <a:srgbClr val="F0714E"/>
          </a:solidFill>
          <a:ln/>
        </p:spPr>
      </p:sp>
      <p:sp>
        <p:nvSpPr>
          <p:cNvPr id="44" name="Text 41"/>
          <p:cNvSpPr/>
          <p:nvPr/>
        </p:nvSpPr>
        <p:spPr>
          <a:xfrm>
            <a:off x="6318504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885432" y="415137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bell for reactions, comments, requests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172200" y="499262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AF1FB"/>
          </a:solidFill>
          <a:ln/>
        </p:spPr>
      </p:sp>
      <p:sp>
        <p:nvSpPr>
          <p:cNvPr id="47" name="Shape 44"/>
          <p:cNvSpPr/>
          <p:nvPr/>
        </p:nvSpPr>
        <p:spPr>
          <a:xfrm>
            <a:off x="6318504" y="5138928"/>
            <a:ext cx="438912" cy="438912"/>
          </a:xfrm>
          <a:prstGeom prst="ellipse">
            <a:avLst/>
          </a:prstGeom>
          <a:solidFill>
            <a:srgbClr val="F0714E"/>
          </a:solidFill>
          <a:ln/>
        </p:spPr>
      </p:sp>
      <p:sp>
        <p:nvSpPr>
          <p:cNvPr id="48" name="Text 45"/>
          <p:cNvSpPr/>
          <p:nvPr/>
        </p:nvSpPr>
        <p:spPr>
          <a:xfrm>
            <a:off x="6318504" y="5138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885432" y="49926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board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post internships, students apply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sequence — debugging &amp; improving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937760"/>
          </a:xfrm>
          <a:prstGeom prst="roundRect">
            <a:avLst>
              <a:gd name="adj" fmla="val 1111"/>
            </a:avLst>
          </a:prstGeom>
          <a:solidFill>
            <a:srgbClr val="FDEDE7"/>
          </a:solidFill>
          <a:ln/>
          <a:effectLst>
            <a:outerShdw blurRad="889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64208"/>
            <a:ext cx="603504" cy="603504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16" y="1839224"/>
            <a:ext cx="253472" cy="253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4208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4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prompts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2423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missed connections' posts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only checked one direction — fixed to match requester OR receiver.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33832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posts not on profile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vs profile-id mismatch between create &amp; query.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4343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environment fixes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init, PATH, drive/space paths, Vercel env vars, URL vs connection-string.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53035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&amp; email throttle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policies existed; handled Supabase email rate limit.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5376672" cy="4937760"/>
          </a:xfrm>
          <a:prstGeom prst="roundRect">
            <a:avLst>
              <a:gd name="adj" fmla="val 1111"/>
            </a:avLst>
          </a:prstGeom>
          <a:solidFill>
            <a:srgbClr val="E7F6F3"/>
          </a:solidFill>
          <a:ln/>
          <a:effectLst>
            <a:outerShdw blurRad="889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664208"/>
            <a:ext cx="603504" cy="603504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536" y="1839224"/>
            <a:ext cx="253472" cy="253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6328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7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 prompts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92240" y="2423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enhancements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reactions and message editing inside the chat box.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92240" y="33832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 toggle across the whole site.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92240" y="4343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viewers, saved items, and a news rail.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492240" y="53035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refinement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College-tailored labels (“Classmates”) and a cleaner home layout.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made it work: the prompting method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44200" y="457200"/>
            <a:ext cx="731520" cy="731520"/>
          </a:xfrm>
          <a:prstGeom prst="ellipse">
            <a:avLst/>
          </a:prstGeom>
          <a:solidFill>
            <a:srgbClr val="F4A93C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341" y="669341"/>
            <a:ext cx="307238" cy="3072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417320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691640"/>
            <a:ext cx="658368" cy="658368"/>
          </a:xfrm>
          <a:prstGeom prst="ellipse">
            <a:avLst/>
          </a:prstGeom>
          <a:solidFill>
            <a:srgbClr val="16B5A3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327" y="1882567"/>
            <a:ext cx="276515" cy="2765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655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feature per prompt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737360" y="211226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tasks — easy to build and easy to verify.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417320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1691640"/>
            <a:ext cx="658368" cy="658368"/>
          </a:xfrm>
          <a:prstGeom prst="ellipse">
            <a:avLst/>
          </a:prstGeom>
          <a:solidFill>
            <a:srgbClr val="24407F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447" y="1882567"/>
            <a:ext cx="276515" cy="2765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1655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constraints every time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269480" y="211226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on, correct env-var names, the email domain — stated up front.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063240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3337560"/>
            <a:ext cx="658368" cy="658368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327" y="3528487"/>
            <a:ext cx="276515" cy="2765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3300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writes SQL, human runs it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737360" y="37581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 stayed deliberate and reviewable in Supabase.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3063240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3337560"/>
            <a:ext cx="658368" cy="658368"/>
          </a:xfrm>
          <a:prstGeom prst="ellipse">
            <a:avLst/>
          </a:prstGeom>
          <a:solidFill>
            <a:srgbClr val="6E86C7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447" y="3528487"/>
            <a:ext cx="276515" cy="2765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3300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locally, then push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269480" y="37581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the browser preview before deploying to Vercel.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40080" y="4709160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14400" y="4983480"/>
            <a:ext cx="658368" cy="658368"/>
          </a:xfrm>
          <a:prstGeom prst="ellipse">
            <a:avLst/>
          </a:prstGeom>
          <a:solidFill>
            <a:srgbClr val="F4A93C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327" y="5174407"/>
            <a:ext cx="276515" cy="27651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737360" y="49469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each phase before the next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1737360" y="54041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data and console — a solid phase makes the next one easy.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172200" y="4709160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B1B3A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46520" y="4983480"/>
            <a:ext cx="658368" cy="658368"/>
          </a:xfrm>
          <a:prstGeom prst="ellipse">
            <a:avLst/>
          </a:prstGeom>
          <a:solidFill>
            <a:srgbClr val="3FCF9A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447" y="5174407"/>
            <a:ext cx="276515" cy="27651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69480" y="49469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from the exact error</a:t>
            </a:r>
            <a:endParaRPr lang="en-US" sz="1700" dirty="0"/>
          </a:p>
        </p:txBody>
      </p:sp>
      <p:sp>
        <p:nvSpPr>
          <p:cNvPr id="34" name="Text 25"/>
          <p:cNvSpPr/>
          <p:nvPr/>
        </p:nvSpPr>
        <p:spPr>
          <a:xfrm>
            <a:off x="7269480" y="54041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data, read the real error, then prompt the true fix.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206240"/>
            <a:ext cx="2743200" cy="2743200"/>
          </a:xfrm>
          <a:prstGeom prst="ellipse">
            <a:avLst/>
          </a:prstGeom>
          <a:solidFill>
            <a:srgbClr val="24407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377440" cy="2377440"/>
          </a:xfrm>
          <a:prstGeom prst="ellipse">
            <a:avLst/>
          </a:prstGeom>
          <a:solidFill>
            <a:srgbClr val="16B5A3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solidFill>
            <a:srgbClr val="F0714E"/>
          </a:solidFill>
          <a:ln/>
          <a:effectLst>
            <a:outerShdw blurRad="76200" dist="25400" dir="5400000" algn="bl" rotWithShape="0">
              <a:srgbClr val="0B1B3A">
                <a:alpha val="2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1486357"/>
            <a:ext cx="364846" cy="364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to product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6868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campus network — profiles, feed, connections and realtime messaging — built phase by phase with agentic AI, and live on Vercel.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14400" y="4526280"/>
            <a:ext cx="2926080" cy="0"/>
          </a:xfrm>
          <a:prstGeom prst="line">
            <a:avLst/>
          </a:prstGeom>
          <a:noFill/>
          <a:ln w="38100">
            <a:solidFill>
              <a:srgbClr val="F071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</a:t>
            </a: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 ·  opportunities board  ·  search &amp; discovery  ·  launch checklist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</Words>
  <Application>Microsoft Office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ABES Connect — Agentic AI Project Report</dc:title>
  <dc:subject>PptxGenJS Presentation</dc:subject>
  <dc:creator>Somya Srivastava</dc:creator>
  <cp:lastModifiedBy>Somya Srivastava CS</cp:lastModifiedBy>
  <cp:revision>2</cp:revision>
  <dcterms:created xsi:type="dcterms:W3CDTF">2026-07-07T04:19:15Z</dcterms:created>
  <dcterms:modified xsi:type="dcterms:W3CDTF">2026-07-07T04:31:32Z</dcterms:modified>
</cp:coreProperties>
</file>